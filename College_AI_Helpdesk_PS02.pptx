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mika Shah" userId="3bb41df2250af5a0" providerId="LiveId" clId="{21A1DB15-C508-49C9-BF6E-11FBA26F2212}"/>
    <pc:docChg chg="modSld">
      <pc:chgData name="Anamika Shah" userId="3bb41df2250af5a0" providerId="LiveId" clId="{21A1DB15-C508-49C9-BF6E-11FBA26F2212}" dt="2026-09-24T05:30:06.128" v="9" actId="20577"/>
      <pc:docMkLst>
        <pc:docMk/>
      </pc:docMkLst>
      <pc:sldChg chg="addSp mod">
        <pc:chgData name="Anamika Shah" userId="3bb41df2250af5a0" providerId="LiveId" clId="{21A1DB15-C508-49C9-BF6E-11FBA26F2212}" dt="2026-09-24T03:55:59.164" v="1" actId="22"/>
        <pc:sldMkLst>
          <pc:docMk/>
          <pc:sldMk cId="0" sldId="256"/>
        </pc:sldMkLst>
        <pc:picChg chg="add">
          <ac:chgData name="Anamika Shah" userId="3bb41df2250af5a0" providerId="LiveId" clId="{21A1DB15-C508-49C9-BF6E-11FBA26F2212}" dt="2026-09-24T03:55:46.979" v="0" actId="22"/>
          <ac:picMkLst>
            <pc:docMk/>
            <pc:sldMk cId="0" sldId="256"/>
            <ac:picMk id="26" creationId="{98258B60-3E60-8F46-026F-8FA694C9FC5C}"/>
          </ac:picMkLst>
        </pc:picChg>
        <pc:picChg chg="add">
          <ac:chgData name="Anamika Shah" userId="3bb41df2250af5a0" providerId="LiveId" clId="{21A1DB15-C508-49C9-BF6E-11FBA26F2212}" dt="2026-09-24T03:55:59.164" v="1" actId="22"/>
          <ac:picMkLst>
            <pc:docMk/>
            <pc:sldMk cId="0" sldId="256"/>
            <ac:picMk id="28" creationId="{97A64126-D552-3547-DC5D-D1C4F495BA2D}"/>
          </ac:picMkLst>
        </pc:picChg>
      </pc:sldChg>
      <pc:sldChg chg="modSp mod">
        <pc:chgData name="Anamika Shah" userId="3bb41df2250af5a0" providerId="LiveId" clId="{21A1DB15-C508-49C9-BF6E-11FBA26F2212}" dt="2026-09-24T05:30:06.128" v="9" actId="20577"/>
        <pc:sldMkLst>
          <pc:docMk/>
          <pc:sldMk cId="0" sldId="260"/>
        </pc:sldMkLst>
        <pc:spChg chg="mod">
          <ac:chgData name="Anamika Shah" userId="3bb41df2250af5a0" providerId="LiveId" clId="{21A1DB15-C508-49C9-BF6E-11FBA26F2212}" dt="2026-09-24T05:30:06.128" v="9" actId="20577"/>
          <ac:spMkLst>
            <pc:docMk/>
            <pc:sldMk cId="0" sldId="260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481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4B2FD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2F3C7E">
              <a:alpha val="7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COLLEGE OF ENGINEERING  ·  KUKAS, JAIPUR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ARYA’S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</a:t>
            </a:r>
            <a:r>
              <a:rPr lang="en-US" sz="6600" b="1" dirty="0">
                <a:solidFill>
                  <a:srgbClr val="4B2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VERSE 1.0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D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  |   SOLVE   |   INNOVATE   |   BEYOND LIMITS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3017520"/>
            <a:ext cx="12161520" cy="566928"/>
          </a:xfrm>
          <a:prstGeom prst="rect">
            <a:avLst/>
          </a:prstGeom>
          <a:solidFill>
            <a:srgbClr val="4B2F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017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6-DAY TECHNICAL PROBLEM-SOLVING PROGRAM  ·  AGENTIC AI TRACK (PS-02)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40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Submission: AI College Helpdesk Agent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97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evidence-grounded RAG assistant for Students, Faculty &amp; Staff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12161520" cy="1051560"/>
          </a:xfrm>
          <a:prstGeom prst="rect">
            <a:avLst/>
          </a:prstGeom>
          <a:solidFill>
            <a:srgbClr val="1D26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5285232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559552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– 30 Sep 2026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40380" y="5285232"/>
            <a:ext cx="914" cy="64008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7580" y="5285232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5559552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0760" y="5285232"/>
            <a:ext cx="914" cy="64008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5285232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5559552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(PS-02)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21140" y="5285232"/>
            <a:ext cx="914" cy="64008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78340" y="5285232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578340" y="5559552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Anamika Shah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initiative by Arya Innovators Club   ·   Powered by Gemini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258B60-3E60-8F46-026F-8FA694C9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322" y="228322"/>
            <a:ext cx="6401355" cy="64013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A64126-D552-3547-DC5D-D1C4F495B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322" y="228322"/>
            <a:ext cx="6401355" cy="6401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can't find scattered college information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scenario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regularly need info on exams, departments, events, clubs and facilities — scattered across notices, PDFs, webpages and predefined data. They often don’t know where to look.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7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603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reliable way to access college information saves time for both students and staff, every single day.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6C4BD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07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 users are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faculty, and other members of the college community — each with different information needs.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25196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7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5262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507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1206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helpdesk agent that understands a request, finds the relevant information, and responds clearly — without inventing anything.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controlled, tool-using helpdesk agent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helpdesk that answers college-related questions using a controlled information source and appropriate tools — never free-floating generation.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D2650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0815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3016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22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natural-language queries via LangChain + Gemini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5400000">
            <a:off x="3108960" y="3470148"/>
            <a:ext cx="201168" cy="237744"/>
          </a:xfrm>
          <a:prstGeom prst="triangle">
            <a:avLst/>
          </a:prstGeom>
          <a:solidFill>
            <a:srgbClr val="1C8C93"/>
          </a:solidFill>
          <a:ln/>
        </p:spPr>
      </p:sp>
      <p:sp>
        <p:nvSpPr>
          <p:cNvPr id="11" name="Shape 9"/>
          <p:cNvSpPr/>
          <p:nvPr/>
        </p:nvSpPr>
        <p:spPr>
          <a:xfrm>
            <a:off x="3401568" y="288036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D2650"/>
          </a:solidFill>
          <a:ln w="19050">
            <a:solidFill>
              <a:srgbClr val="1C8C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3081528"/>
            <a:ext cx="457200" cy="45720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02736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363016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8C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3922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local PDFs and structured data.json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5961888" y="3470148"/>
            <a:ext cx="201168" cy="237744"/>
          </a:xfrm>
          <a:prstGeom prst="triangle">
            <a:avLst/>
          </a:prstGeom>
          <a:solidFill>
            <a:srgbClr val="6C4BD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4496" y="288036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D2650"/>
          </a:solidFill>
          <a:ln w="19050">
            <a:solidFill>
              <a:srgbClr val="6C4B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3081528"/>
            <a:ext cx="457200" cy="457200"/>
          </a:xfrm>
          <a:prstGeom prst="ellipse">
            <a:avLst/>
          </a:prstGeom>
          <a:solidFill>
            <a:srgbClr val="6C4B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55664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363016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3922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tagged with its exact evidence source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8814816" y="3470148"/>
            <a:ext cx="201168" cy="237744"/>
          </a:xfrm>
          <a:prstGeom prst="triangle">
            <a:avLst/>
          </a:prstGeom>
          <a:solidFill>
            <a:srgbClr val="E8A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9107424" y="288036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D265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8592" y="308152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08592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08592" y="363016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39227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when API limits or context shifts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06640" y="16002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9E795">
              <a:alpha val="75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3524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PS-02 compliance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• Controlled retrieval • RBAC • Evidence grounding • Agent planning • Zero-downtime fallback — all met.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query becomes a grounded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0" y="1691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3A4590"/>
          </a:solidFill>
          <a:ln w="12700">
            <a:solidFill>
              <a:srgbClr val="556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764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UI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2057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Faculty / Staff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26060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3A4590"/>
          </a:solidFill>
          <a:ln w="12700">
            <a:solidFill>
              <a:srgbClr val="5560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&amp; Agent Executor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9718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Replan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3657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 w="12700">
            <a:solidFill>
              <a:srgbClr val="5560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Vector Search (RAG)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Gemini embeddings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3657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 w="12700">
            <a:solidFill>
              <a:srgbClr val="5560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 Engine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PDF local parser (fallback)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48920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3A4590"/>
          </a:solidFill>
          <a:ln w="12700">
            <a:solidFill>
              <a:srgbClr val="5560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4965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Evidence &amp; Output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Source-tagged response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286000"/>
            <a:ext cx="9144" cy="32004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200400"/>
            <a:ext cx="9144" cy="22860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429000"/>
            <a:ext cx="4480560" cy="9144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3429000"/>
            <a:ext cx="9144" cy="22860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3429000"/>
            <a:ext cx="9144" cy="22860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4572000"/>
            <a:ext cx="9144" cy="658368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5230368"/>
            <a:ext cx="2240280" cy="9144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4572000"/>
            <a:ext cx="9144" cy="658368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5230368"/>
            <a:ext cx="2240280" cy="9144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4892040"/>
            <a:ext cx="9144" cy="338328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9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retrieval paths converge on one evidence-tagged answer — nothing reaches the user unsourced.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entirely on free-tier, production-grade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Multi-portal web UI &amp; session/auth routing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920240"/>
            <a:ext cx="402336" cy="402336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orchestration, prompt &amp; memory management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1920240"/>
            <a:ext cx="402336" cy="402336"/>
          </a:xfrm>
          <a:prstGeom prst="ellipse">
            <a:avLst/>
          </a:prstGeom>
          <a:solidFill>
            <a:srgbClr val="6C4BD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468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+ embeddings (free tier)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61188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7160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160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store for RAG retrieval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3832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611880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160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agent, indexing &amp; fallback logic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3832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0" y="3611880"/>
            <a:ext cx="402336" cy="402336"/>
          </a:xfrm>
          <a:prstGeom prst="ellipse">
            <a:avLst/>
          </a:prstGeom>
          <a:solidFill>
            <a:srgbClr val="D9548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696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160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rtu syllabus PDFs into the KB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three tailored portals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01168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73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Portal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room lookups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330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calendar alerts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000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events &amp; hackathons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D265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92140" y="2011680"/>
            <a:ext cx="822960" cy="82296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921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Portal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566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assignments &amp; labs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1330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queries by semester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47000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notices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7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486900" y="2011680"/>
            <a:ext cx="822960" cy="82296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69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&amp; Admin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566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calendar oversight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41330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allocations &amp; venues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7000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knowledge base uploads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selection &amp; secure sign-in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68580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ADCEB"/>
            </a:solidFill>
            <a:prstDash val="solid"/>
          </a:ln>
        </p:spPr>
      </p:sp>
      <p:pic>
        <p:nvPicPr>
          <p:cNvPr id="5" name="Image 0" descr="role_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583680" cy="22128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0416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screen — pick Student, Faculty, or Staff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43800" y="1645920"/>
            <a:ext cx="41148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ADCEB"/>
            </a:solidFill>
            <a:prstDash val="solid"/>
          </a:ln>
        </p:spPr>
      </p:sp>
      <p:pic>
        <p:nvPicPr>
          <p:cNvPr id="8" name="Image 1" descr="student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783080"/>
            <a:ext cx="3840480" cy="21854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80960" y="3995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Credentialed login per role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2920" y="470916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1D265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 enforced before any query reaches the agent — each portal only exposes tools and data scoped to that role.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Portal — grounded, sourced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786384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ADCEB"/>
            </a:solidFill>
            <a:prstDash val="solid"/>
          </a:ln>
        </p:spPr>
      </p:sp>
      <p:pic>
        <p:nvPicPr>
          <p:cNvPr id="5" name="Image 0" descr="student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7589520" cy="32826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1389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“When does V semester start?”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828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pulled from data.json + syllabus PDFs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606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tags its exact evidence source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“View Agent Planning Workflow” exposes reasoning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4160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chips speed up common asks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rot="5400000">
            <a:off x="305714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424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6C4BD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4424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 rot="5400000">
            <a:off x="599846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17" name="Shape 14"/>
          <p:cNvSpPr/>
          <p:nvPr/>
        </p:nvSpPr>
        <p:spPr>
          <a:xfrm>
            <a:off x="638556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C8C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8556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Fallback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 rot="5400000">
            <a:off x="893978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20" name="Shape 17"/>
          <p:cNvSpPr/>
          <p:nvPr/>
        </p:nvSpPr>
        <p:spPr>
          <a:xfrm>
            <a:off x="932688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32688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Portal — structured timetable retrieval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786384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ADCEB"/>
            </a:solidFill>
            <a:prstDash val="solid"/>
          </a:ln>
        </p:spPr>
      </p:sp>
      <p:pic>
        <p:nvPicPr>
          <p:cNvPr id="5" name="Image 0" descr="faculty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758952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02005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“What is my timetable?”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828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table output, not raw text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606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the faculty member’s own dept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evidence-source tagging as Student view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4160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core, three presentation layers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rot="5400000">
            <a:off x="305714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424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6C4BD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4424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 rot="5400000">
            <a:off x="599846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17" name="Shape 14"/>
          <p:cNvSpPr/>
          <p:nvPr/>
        </p:nvSpPr>
        <p:spPr>
          <a:xfrm>
            <a:off x="638556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C8C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8556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Fallback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 rot="5400000">
            <a:off x="893978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20" name="Shape 17"/>
          <p:cNvSpPr/>
          <p:nvPr/>
        </p:nvSpPr>
        <p:spPr>
          <a:xfrm>
            <a:off x="932688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32688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&amp; Admin — operational oversight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786384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ADCEB"/>
            </a:solidFill>
            <a:prstDash val="solid"/>
          </a:ln>
        </p:spPr>
      </p:sp>
      <p:pic>
        <p:nvPicPr>
          <p:cNvPr id="5" name="Image 0" descr="staff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7589520" cy="34107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2669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“What campus events are scheduled?”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828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scope: calendar, events, notices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606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knowledge-base uploads re-index ChromaDB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 detail (dates, venue, duty owner)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4160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zero-hallucination guarantee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rot="5400000">
            <a:off x="305714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424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6C4BD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4424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 rot="5400000">
            <a:off x="599846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17" name="Shape 14"/>
          <p:cNvSpPr/>
          <p:nvPr/>
        </p:nvSpPr>
        <p:spPr>
          <a:xfrm>
            <a:off x="638556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C8C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8556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Fallback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 rot="5400000">
            <a:off x="8939784" y="5980176"/>
            <a:ext cx="164592" cy="201168"/>
          </a:xfrm>
          <a:prstGeom prst="triangle">
            <a:avLst/>
          </a:prstGeom>
          <a:solidFill>
            <a:srgbClr val="6B7086"/>
          </a:solidFill>
          <a:ln/>
        </p:spPr>
      </p:sp>
      <p:sp>
        <p:nvSpPr>
          <p:cNvPr id="20" name="Shape 17"/>
          <p:cNvSpPr/>
          <p:nvPr/>
        </p:nvSpPr>
        <p:spPr>
          <a:xfrm>
            <a:off x="9326880" y="58521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32688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2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RELIABILITY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Zero-hallucination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0" y="1600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3A45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0916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103120"/>
            <a:ext cx="9144" cy="22860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2331720"/>
            <a:ext cx="3291840" cy="914400"/>
          </a:xfrm>
          <a:prstGeom prst="diamond">
            <a:avLst/>
          </a:prstGeom>
          <a:solidFill>
            <a:srgbClr val="6C4B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2331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3246120"/>
            <a:ext cx="9144" cy="22860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3474720"/>
            <a:ext cx="5760720" cy="9144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474720"/>
            <a:ext cx="9144" cy="18288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3474720"/>
            <a:ext cx="9144" cy="18288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8872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Fallback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JSON + PDF parser — zero downtime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C8C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RAG Retrieval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F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search over PDFs + data.json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4480560"/>
            <a:ext cx="9144" cy="13716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4480560"/>
            <a:ext cx="9144" cy="13716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4617720"/>
            <a:ext cx="5760720" cy="9144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4617720"/>
            <a:ext cx="9144" cy="182880"/>
          </a:xfrm>
          <a:prstGeom prst="line">
            <a:avLst/>
          </a:prstGeom>
          <a:noFill/>
          <a:ln w="19050">
            <a:solidFill>
              <a:srgbClr val="889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480060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51960" y="4800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Evidence-Tagged Answer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577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96167">
              <a:alpha val="8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577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tagging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5577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C8C93">
              <a:alpha val="85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37560" y="5577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planning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5577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6C4BD1">
              <a:alpha val="85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5577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retrieval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15400" y="5577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E8A33D">
              <a:alpha val="85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15400" y="5577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grounded, role-aware helpdesk — built solo,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PS-02 compliance across all 6 core requirements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99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structured data + unstructured syllabus PDFs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210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role-based portals on one shared agent core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428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for zero-downtime reliability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64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inspectable agent planning workflow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D26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exam &amp; notice changes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999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for regional students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6210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for Staff on query trends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2428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query input for accessibility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864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with official college ERP feeds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College Helpdesk Agent · Domain Verse 1.0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479B4-BB26-16E2-DF4A-00AC50215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1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965</Words>
  <Application>Microsoft Office PowerPoint</Application>
  <PresentationFormat>Widescreen</PresentationFormat>
  <Paragraphs>193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Anamika Shah</cp:lastModifiedBy>
  <cp:revision>2</cp:revision>
  <dcterms:created xsi:type="dcterms:W3CDTF">2026-09-24T01:43:03Z</dcterms:created>
  <dcterms:modified xsi:type="dcterms:W3CDTF">2026-09-24T05:30:08Z</dcterms:modified>
</cp:coreProperties>
</file>